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7"/>
    <p:restoredTop sz="94643"/>
  </p:normalViewPr>
  <p:slideViewPr>
    <p:cSldViewPr snapToGrid="0">
      <p:cViewPr>
        <p:scale>
          <a:sx n="76" d="100"/>
          <a:sy n="76" d="100"/>
        </p:scale>
        <p:origin x="544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11CCE330-7274-00BB-6DE1-A5603400C8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AEC2CDED-CF8C-F43A-27FF-4F35C49B1A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sv-SE"/>
              <a:t>Klicka här för att ändra mall för underrubrikformat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4104A1B-AA02-7AEB-AC66-C7C2344EE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F6AFB573-0CC3-2974-2C52-2554BF4B1D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21ABE2C9-4378-CC6D-0663-C5DA1B1D1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650992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8D928D8-B6A2-B869-94B1-0F0A494CE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D2202C9-4C27-E629-4625-3C49734048D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CDE28E7F-261A-B8FD-22BF-9918A6B4B7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028251D0-80B0-200D-4B3E-3B4AA1B656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A146611-50D9-B97E-524D-DF2B0A78D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287007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CAE488A-6C71-5932-031A-2F1DF7771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2A9C965A-A636-6CEC-53DC-5A749D1A2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7BC8DE8E-3C8B-370D-E6E4-551B07A9E1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AA667011-F9E3-C516-46BF-A6DA91B28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26EEF25B-ABE3-E89B-1B7F-4D4224F07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3055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2EBB369-EAA2-A621-79B8-4A2ECA15C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DBD7EB75-9706-54DA-D26D-0E0C73FB6D7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E876BE31-CABD-03C9-8DA6-EBD18DCD2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95A1C265-F14A-5626-7C5F-C6895E6FA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16CB93A4-F569-AE95-8376-7615F020C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944A0887-0A3A-FCCA-0BB9-FCBB5F0F97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7603411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5B2A82C-EBA7-8379-72F4-042F324B3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80141B72-C262-767A-4FD5-33CD717C23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Platshållare för innehåll 3">
            <a:extLst>
              <a:ext uri="{FF2B5EF4-FFF2-40B4-BE49-F238E27FC236}">
                <a16:creationId xmlns:a16="http://schemas.microsoft.com/office/drawing/2014/main" id="{095AAD84-A5A8-26A0-80E6-67840EAD90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5" name="Platshållare för text 4">
            <a:extLst>
              <a:ext uri="{FF2B5EF4-FFF2-40B4-BE49-F238E27FC236}">
                <a16:creationId xmlns:a16="http://schemas.microsoft.com/office/drawing/2014/main" id="{BA61B0B6-114D-714A-AB30-8EB798956BD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Platshållare för innehåll 5">
            <a:extLst>
              <a:ext uri="{FF2B5EF4-FFF2-40B4-BE49-F238E27FC236}">
                <a16:creationId xmlns:a16="http://schemas.microsoft.com/office/drawing/2014/main" id="{9A7EAC56-6C0D-E30D-17E8-1B4E7226024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7301FEF2-1DE2-F965-2C11-70FB7EC61D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F3ABE138-E43C-22E9-0B7A-59FFDE9596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9E35E50-F75E-609F-FB06-D3386ADA5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658894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8120E3FE-2D68-52BF-CEDD-CBC0A92992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3EB66A27-C0CA-858C-BEA4-0D541ABBA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7B635CAA-4160-8388-D655-FEE34A9F0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CB77C71F-E577-1E97-79EB-8503CABF3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42961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datum 1">
            <a:extLst>
              <a:ext uri="{FF2B5EF4-FFF2-40B4-BE49-F238E27FC236}">
                <a16:creationId xmlns:a16="http://schemas.microsoft.com/office/drawing/2014/main" id="{33974DB5-C932-4C49-EF23-8575E55F5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3" name="Platshållare för sidfot 2">
            <a:extLst>
              <a:ext uri="{FF2B5EF4-FFF2-40B4-BE49-F238E27FC236}">
                <a16:creationId xmlns:a16="http://schemas.microsoft.com/office/drawing/2014/main" id="{C1B2882A-5147-8BC2-8797-A6AB4FE4CD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Platshållare för bildnummer 3">
            <a:extLst>
              <a:ext uri="{FF2B5EF4-FFF2-40B4-BE49-F238E27FC236}">
                <a16:creationId xmlns:a16="http://schemas.microsoft.com/office/drawing/2014/main" id="{B1730AA0-C9B6-C0AA-B0BB-577784C83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583753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9708CF9-1D7D-F32D-1229-EFBB5FC18A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A688350B-0DA1-64F5-FDAA-675C56DB9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7926A47C-AAC7-9D5A-C519-3A4C4B5721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AF7E0012-1F22-A32B-3173-E64B4C55DC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6E1F79DB-E2F0-9E68-4738-F539CB69F6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BB023B69-8EEC-D7B9-5C8D-6250EB49C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569281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B37A2C3-F98A-00B9-BA4F-E70804682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bild 2">
            <a:extLst>
              <a:ext uri="{FF2B5EF4-FFF2-40B4-BE49-F238E27FC236}">
                <a16:creationId xmlns:a16="http://schemas.microsoft.com/office/drawing/2014/main" id="{36E9200D-A147-2BC5-FE6D-FBEA49EF25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sv-SE"/>
          </a:p>
        </p:txBody>
      </p:sp>
      <p:sp>
        <p:nvSpPr>
          <p:cNvPr id="4" name="Platshållare för text 3">
            <a:extLst>
              <a:ext uri="{FF2B5EF4-FFF2-40B4-BE49-F238E27FC236}">
                <a16:creationId xmlns:a16="http://schemas.microsoft.com/office/drawing/2014/main" id="{0F45239D-0601-4786-86F2-1A45F8D79BD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Platshållare för datum 4">
            <a:extLst>
              <a:ext uri="{FF2B5EF4-FFF2-40B4-BE49-F238E27FC236}">
                <a16:creationId xmlns:a16="http://schemas.microsoft.com/office/drawing/2014/main" id="{9E593AA2-6F02-1448-037A-4A58BCD98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6" name="Platshållare för sidfot 5">
            <a:extLst>
              <a:ext uri="{FF2B5EF4-FFF2-40B4-BE49-F238E27FC236}">
                <a16:creationId xmlns:a16="http://schemas.microsoft.com/office/drawing/2014/main" id="{36B076D2-4CA0-EFF1-C0C5-FD9DBE135D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Platshållare för bildnummer 6">
            <a:extLst>
              <a:ext uri="{FF2B5EF4-FFF2-40B4-BE49-F238E27FC236}">
                <a16:creationId xmlns:a16="http://schemas.microsoft.com/office/drawing/2014/main" id="{43DF2B82-3AB7-6519-E10A-0B36BB3FB2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839685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E8C3F570-DD26-6480-525C-44C3ECEF4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A4A15030-2ECB-39B7-89E7-F8BF484213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B82DC989-B2BD-09B8-D000-D83C46CFC9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52BB31D-8B45-DCB7-EA37-BBDA63414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453E4923-A9D3-CEED-DC01-FDD5114F5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223657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odrät rubrik 1">
            <a:extLst>
              <a:ext uri="{FF2B5EF4-FFF2-40B4-BE49-F238E27FC236}">
                <a16:creationId xmlns:a16="http://schemas.microsoft.com/office/drawing/2014/main" id="{375A6990-148E-2495-2780-D00A892AF9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lodrät text 2">
            <a:extLst>
              <a:ext uri="{FF2B5EF4-FFF2-40B4-BE49-F238E27FC236}">
                <a16:creationId xmlns:a16="http://schemas.microsoft.com/office/drawing/2014/main" id="{11C4F12E-0782-5D65-5AA7-9371CACA7C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1F4E99EC-09C3-CF33-E049-3CB7205F04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4A92C9B6-5503-62E5-57EC-EA8CA164E1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108C4A36-F31D-F9B1-2977-5A8BC0BEF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892873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79784830-19EF-C0D2-8470-4A25790EE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7B3F99B3-AB23-58C8-1B1A-027BD45F8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F0501BBB-AFD7-679A-F91A-7A3D099C5F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58EDA57-8882-434E-B333-FCF9F718DB4F}" type="datetimeFigureOut">
              <a:rPr lang="sv-SE" smtClean="0"/>
              <a:t>2026-01-04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83B191F7-AAC1-4D0F-6427-8F6E00B56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9AC6340E-E14E-226E-1C1D-20873CAAA0D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F2DF205-DE6D-1E40-8DF2-49ACA7EFB8C6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004200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ktangel 3">
            <a:extLst>
              <a:ext uri="{FF2B5EF4-FFF2-40B4-BE49-F238E27FC236}">
                <a16:creationId xmlns:a16="http://schemas.microsoft.com/office/drawing/2014/main" id="{8BF1EFA3-9DC5-2013-56B4-0E8B0C29B938}"/>
              </a:ext>
            </a:extLst>
          </p:cNvPr>
          <p:cNvSpPr/>
          <p:nvPr/>
        </p:nvSpPr>
        <p:spPr>
          <a:xfrm>
            <a:off x="237067" y="544286"/>
            <a:ext cx="10871200" cy="4789714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for</a:t>
            </a: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(var i = 0; i &lt;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array.Items.Count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 i++)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  <a:b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</a:b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var</a:t>
            </a: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 =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array.Items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[i];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if</a:t>
            </a:r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item.TryGetObject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JsObject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var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itemObj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&amp;&amp;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itemObj.TryGetProperty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("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",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var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thenMethod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 &amp;&amp;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thenMethod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.TryGetCallable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var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thenCallable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>
                <a:solidFill>
                  <a:schemeClr val="bg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var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thenArgs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= new[] { 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(i), 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CreateReject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(i) };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thenCallable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.Invoke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thenArgs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item);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else</a:t>
            </a:r>
            <a:endParaRPr lang="sv-SE" sz="1200" b="1" dirty="0">
              <a:highlight>
                <a:srgbClr val="FF0000"/>
              </a:highlight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(i, item,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  <a:endParaRPr lang="sv-SE" sz="12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solidFill>
                  <a:schemeClr val="bg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new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resultPromise.JsObject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solidFill>
                  <a:schemeClr val="bg1"/>
                </a:solidFill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HostFunction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CreateResolve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int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index)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new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HostFunction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ResolveWrapper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Realm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ResolveWrapper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__,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IReadOnlyList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&lt;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&gt;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resolveArgs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±0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{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Resolve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(index,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resolveArgs.GetArgument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(0),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false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+1 </a:t>
            </a:r>
            <a:r>
              <a:rPr lang="sv-SE" sz="1200" b="1" dirty="0" err="1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return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  <a:r>
              <a:rPr lang="sv-SE" sz="1200" dirty="0" err="1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JsValue.Undefined</a:t>
            </a:r>
            <a:r>
              <a:rPr lang="sv-SE" sz="1200" dirty="0">
                <a:solidFill>
                  <a:schemeClr val="bg1">
                    <a:lumMod val="50000"/>
                  </a:schemeClr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  <a:p>
            <a:r>
              <a:rPr lang="sv-SE" sz="1200" dirty="0">
                <a:latin typeface="Consolas" panose="020B0609020204030204" pitchFamily="49" charset="0"/>
                <a:cs typeface="Consolas" panose="020B0609020204030204" pitchFamily="49" charset="0"/>
              </a:rPr>
              <a:t>        </a:t>
            </a:r>
            <a:r>
              <a:rPr lang="sv-SE" sz="1200" dirty="0">
                <a:highlight>
                  <a:srgbClr val="80808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-1 </a:t>
            </a:r>
            <a:r>
              <a:rPr lang="sv-SE" sz="1200" b="1" dirty="0">
                <a:highlight>
                  <a:srgbClr val="FF0000"/>
                </a:highlight>
                <a:latin typeface="Consolas" panose="020B0609020204030204" pitchFamily="49" charset="0"/>
                <a:cs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0957196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231</Words>
  <Application>Microsoft Macintosh PowerPoint</Application>
  <PresentationFormat>Bredbild</PresentationFormat>
  <Paragraphs>23</Paragraphs>
  <Slides>1</Slides>
  <Notes>0</Notes>
  <HiddenSlides>0</HiddenSlides>
  <MMClips>0</MMClips>
  <ScaleCrop>false</ScaleCrop>
  <HeadingPairs>
    <vt:vector size="6" baseType="variant">
      <vt:variant>
        <vt:lpstr>Använt teckensnitt</vt:lpstr>
      </vt:variant>
      <vt:variant>
        <vt:i4>4</vt:i4>
      </vt:variant>
      <vt:variant>
        <vt:lpstr>Tema</vt:lpstr>
      </vt:variant>
      <vt:variant>
        <vt:i4>1</vt:i4>
      </vt:variant>
      <vt:variant>
        <vt:lpstr>Bildrubriker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Consolas</vt:lpstr>
      <vt:lpstr>Office-tema</vt:lpstr>
      <vt:lpstr>PowerPoint-presentation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Roger Johansson</dc:creator>
  <cp:lastModifiedBy>Roger Johansson</cp:lastModifiedBy>
  <cp:revision>5</cp:revision>
  <dcterms:created xsi:type="dcterms:W3CDTF">2026-01-04T17:05:18Z</dcterms:created>
  <dcterms:modified xsi:type="dcterms:W3CDTF">2026-01-04T17:27:48Z</dcterms:modified>
</cp:coreProperties>
</file>