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  <p:sldId id="261" r:id="rId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43"/>
  </p:normalViewPr>
  <p:slideViewPr>
    <p:cSldViewPr snapToGrid="0">
      <p:cViewPr>
        <p:scale>
          <a:sx n="68" d="100"/>
          <a:sy n="68" d="100"/>
        </p:scale>
        <p:origin x="744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1CCE330-7274-00BB-6DE1-A5603400C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AEC2CDED-CF8C-F43A-27FF-4F35C49B1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4104A1B-AA02-7AEB-AC66-C7C2344EE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6AFB573-0CC3-2974-2C52-2554BF4B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1ABE2C9-4378-CC6D-0663-C5DA1B1D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099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8D928D8-B6A2-B869-94B1-0F0A494CE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D2202C9-4C27-E629-4625-3C4973404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DE28E7F-261A-B8FD-22BF-9918A6B4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28251D0-80B0-200D-4B3E-3B4AA1B6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A146611-50D9-B97E-524D-DF2B0A78D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2870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AE488A-6C71-5932-031A-2F1DF7771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A9C965A-A636-6CEC-53DC-5A749D1A2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BC8DE8E-3C8B-370D-E6E4-551B07A9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A667011-F9E3-C516-46BF-A6DA91B2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6EEF25B-ABE3-E89B-1B7F-4D4224F0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305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2EBB369-EAA2-A621-79B8-4A2ECA15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BD7EB75-9706-54DA-D26D-0E0C73FB6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876BE31-CABD-03C9-8DA6-EBD18DCD2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95A1C265-F14A-5626-7C5F-C6895E6F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6CB93A4-F569-AE95-8376-7615F020C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44A0887-0A3A-FCCA-0BB9-FCBB5F0F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6034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B2A82C-EBA7-8379-72F4-042F324B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0141B72-C262-767A-4FD5-33CD717C2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095AAD84-A5A8-26A0-80E6-67840EAD9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A61B0B6-114D-714A-AB30-8EB798956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A7EAC56-6C0D-E30D-17E8-1B4E72260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7301FEF2-1DE2-F965-2C11-70FB7EC61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F3ABE138-E43C-22E9-0B7A-59FFDE95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89E35E50-F75E-609F-FB06-D3386ADA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588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120E3FE-2D68-52BF-CEDD-CBC0A929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EB66A27-C0CA-858C-BEA4-0D541ABB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7B635CAA-4160-8388-D655-FEE34A9F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B77C71F-E577-1E97-79EB-8503CABF3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296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3974DB5-C932-4C49-EF23-8575E55F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1B2882A-5147-8BC2-8797-A6AB4FE4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1730AA0-C9B6-C0AA-B0BB-577784C8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5837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9708CF9-1D7D-F32D-1229-EFBB5FC18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688350B-0DA1-64F5-FDAA-675C56DB9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926A47C-AAC7-9D5A-C519-3A4C4B572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F7E0012-1F22-A32B-3173-E64B4C55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E1F79DB-E2F0-9E68-4738-F539CB69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B023B69-8EEC-D7B9-5C8D-6250EB49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692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B37A2C3-F98A-00B9-BA4F-E70804682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36E9200D-A147-2BC5-FE6D-FBEA49EF25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0F45239D-0601-4786-86F2-1A45F8D79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9E593AA2-6F02-1448-037A-4A58BCD9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6B076D2-4CA0-EFF1-C0C5-FD9DBE135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3DF2B82-3AB7-6519-E10A-0B36BB3F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39685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8C3F570-DD26-6480-525C-44C3ECEF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A4A15030-2ECB-39B7-89E7-F8BF48421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2DC989-B2BD-09B8-D000-D83C46CF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2BB31D-8B45-DCB7-EA37-BBDA63414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53E4923-A9D3-CEED-DC01-FDD5114F5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23657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375A6990-148E-2495-2780-D00A892AF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11C4F12E-0782-5D65-5AA7-9371CACA7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F4E99EC-09C3-CF33-E049-3CB7205F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A92C9B6-5503-62E5-57EC-EA8CA164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08C4A36-F31D-F9B1-2977-5A8BC0BE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8928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79784830-19EF-C0D2-8470-4A25790E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B3F99B3-AB23-58C8-1B1A-027BD45F8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0501BBB-AFD7-679A-F91A-7A3D099C5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EDA57-8882-434E-B333-FCF9F718DB4F}" type="datetimeFigureOut">
              <a:rPr lang="sv-SE" smtClean="0"/>
              <a:t>2026-01-06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3B191F7-AAC1-4D0F-6427-8F6E00B56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AC6340E-E14E-226E-1C1D-20873CAAA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DF205-DE6D-1E40-8DF2-49ACA7EFB8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0042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BF1EFA3-9DC5-2013-56B4-0E8B0C29B938}"/>
              </a:ext>
            </a:extLst>
          </p:cNvPr>
          <p:cNvSpPr/>
          <p:nvPr/>
        </p:nvSpPr>
        <p:spPr>
          <a:xfrm>
            <a:off x="237067" y="544286"/>
            <a:ext cx="10871200" cy="47897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(var i = 0; i &lt;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array.Items.Count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i++)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 =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array.Items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[i];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item.TryGetObject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JsObject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itemObj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&amp;&amp;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itemObj.TryGetProperty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thenMethod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&amp;&amp;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thenMethod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.TryGetCallable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thenCallable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thenArgs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new[] { 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CreateResolve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(i), 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CreateReject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(i) };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thenCallable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.Invoke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thenArgs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item);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sv-SE" sz="1200" b="1" dirty="0">
              <a:highlight>
                <a:srgbClr val="FF00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(i, item,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resultPromise.JsObject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HostFunction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CreateResolve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index)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HostFunction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ResolveWrapper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Realm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ResolveWrapper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IReadOnlyList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resolveArgs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(index,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resolveArgs.GetArgument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JsValue.Undefined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5719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BA7CE-BA21-16DA-E91C-E86456587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556DD957-55B7-24B5-0052-65D716202820}"/>
              </a:ext>
            </a:extLst>
          </p:cNvPr>
          <p:cNvSpPr/>
          <p:nvPr/>
        </p:nvSpPr>
        <p:spPr>
          <a:xfrm>
            <a:off x="237067" y="544286"/>
            <a:ext cx="10871200" cy="47897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(var i = 0; i &lt;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array.Items.Count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i++)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item =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array.Items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[i];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item.TryGetObject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JsObject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itemObj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&amp;&amp;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itemObj.TryGetProperty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thenMethod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&amp;&amp;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thenMethod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.TryGetCallable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thenCallable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//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Invoke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the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JsCallable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CreateResolve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CreateReject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args </a:t>
            </a:r>
          </a:p>
          <a:p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var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thenArgs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new[] { 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CreateResolve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(i), 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CreateReject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(i) };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thenCallable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.Invoke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thenArgs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item);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sv-SE" sz="1200" b="1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(i, item,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sv-SE" sz="120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resultPromise.JsObject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HostFunction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CreateResolve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index)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HostFunction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ResolveWrapper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Realm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ResolveWrapper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IReadOnlyList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resolveArgs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(index,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resolveArgs.GetArgument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JsValue.Undefined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852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A5EE7-91B1-D679-A348-EC86F84A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5719493-3CFA-3E38-B36C-78F6ED0A3163}"/>
              </a:ext>
            </a:extLst>
          </p:cNvPr>
          <p:cNvSpPr/>
          <p:nvPr/>
        </p:nvSpPr>
        <p:spPr>
          <a:xfrm>
            <a:off x="237067" y="544286"/>
            <a:ext cx="10871200" cy="47897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(var i = 0; i &lt;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array.Items.Count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i++)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item =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array.Items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[i];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item.TryGetObject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JsObject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itemObj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&amp;&amp;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itemObj.TryGetProperty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thenMethod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&amp;&amp;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thenMethod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.TryGetCallable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thenCallable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thenArgs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new[] { 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CreateResolve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(i), 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CreateReject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(i) };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thenCallable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.Invoke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thenArgs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item);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sv-SE" sz="1200" b="1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(i, item,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sv-SE" sz="120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resultPromise.JsObject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HostFunction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CreateResolve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index)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HostFunction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ResolveWrapper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Realm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ResolveWrapper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IReadOnlyList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resolveArgs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(index,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resolveArgs.GetArgument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(0),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sv-SE" sz="1200" b="1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JsValue.Undefined</a:t>
            </a:r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b="1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8558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EFCE8-3C0B-8EE1-6A43-94D906A7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0B4BFAB-B48E-5A9A-E3B5-6E125651EB1A}"/>
              </a:ext>
            </a:extLst>
          </p:cNvPr>
          <p:cNvSpPr/>
          <p:nvPr/>
        </p:nvSpPr>
        <p:spPr>
          <a:xfrm>
            <a:off x="237067" y="544286"/>
            <a:ext cx="10871200" cy="47897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(var i = 0; i &lt;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array.Items.Count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i++)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 =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array.Items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[i];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item.TryGetObject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JsObject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itemObj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&amp;&amp;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itemObj.TryGetProperty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thenMethod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&amp;&amp;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thenMethod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.TryGetCallable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var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thenCallable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thenArgs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new[] { 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CreateResolve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(i), 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CreateReject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(i) };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thenCallable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.Invoke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thenArgs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item);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sv-SE" sz="1200" b="1" dirty="0">
              <a:highlight>
                <a:srgbClr val="FF00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(i, item,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resultPromise.JsObject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HostFunction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CreateResolve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index)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HostFunction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ResolveWrapper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Realm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ResolveWrapper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IReadOnlyList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resolveArgs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(index,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resolveArgs.GetArgument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(0),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JsValue.Undefined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89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A7FB1-0F03-010D-11EA-B9067B48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981C28EF-27AE-150E-79EA-31E36B15368F}"/>
              </a:ext>
            </a:extLst>
          </p:cNvPr>
          <p:cNvSpPr/>
          <p:nvPr/>
        </p:nvSpPr>
        <p:spPr>
          <a:xfrm>
            <a:off x="237067" y="544286"/>
            <a:ext cx="10871200" cy="47897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thenMethod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thenCallable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sv-SE" sz="1200" b="1" dirty="0">
              <a:highlight>
                <a:srgbClr val="FF00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HostFunction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6864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DB551-B341-F754-A8BD-3E9DED56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CFE9DFE0-21FB-09A5-7705-598389615CA0}"/>
              </a:ext>
            </a:extLst>
          </p:cNvPr>
          <p:cNvSpPr/>
          <p:nvPr/>
        </p:nvSpPr>
        <p:spPr>
          <a:xfrm>
            <a:off x="237067" y="544286"/>
            <a:ext cx="10871200" cy="47897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#02847463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   	                   </a:t>
            </a:r>
            <a:b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thenMethod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thenCallable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		#09918234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		#09918234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		#09918234</a:t>
            </a:r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HostFunction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JsValue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±0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#09918234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Resolve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+1 </a:t>
            </a:r>
            <a:r>
              <a:rPr lang="sv-SE" sz="1200" b="1" dirty="0" err="1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#09918234</a:t>
            </a:r>
            <a:endParaRPr lang="sv-SE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		#09918234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sv-SE" sz="1200" dirty="0">
                <a:highlight>
                  <a:srgbClr val="80808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 </a:t>
            </a:r>
            <a:r>
              <a:rPr lang="sv-SE" sz="1200" b="1" dirty="0"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		#09918234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140FC3C7-DA7B-C392-1917-C152A3EF24E8}"/>
              </a:ext>
            </a:extLst>
          </p:cNvPr>
          <p:cNvSpPr/>
          <p:nvPr/>
        </p:nvSpPr>
        <p:spPr>
          <a:xfrm>
            <a:off x="2973736" y="544286"/>
            <a:ext cx="1284756" cy="47897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#A7F3C9D2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#0E4B91AA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#9C2F0D38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#14E8A6F0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#7B0D93C1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#F2A8046E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#3D9F17B4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#C81E6A09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#5A4D2F8C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#E0931B7A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#6F2C90D5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#A0D74E19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#18F9C3B6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#D52A8E40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#09B6F1DC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#74C03AE8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#B8E51D92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#2F0A9C6D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#91D4B7E0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#C6A28F13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#E40F97B2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#3B1D8AC5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#8D6E420F</a:t>
            </a:r>
          </a:p>
          <a:p>
            <a:r>
              <a:rPr lang="sv-S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#F9A31C7E</a:t>
            </a:r>
          </a:p>
        </p:txBody>
      </p:sp>
      <p:sp>
        <p:nvSpPr>
          <p:cNvPr id="3" name="Höger 2">
            <a:extLst>
              <a:ext uri="{FF2B5EF4-FFF2-40B4-BE49-F238E27FC236}">
                <a16:creationId xmlns:a16="http://schemas.microsoft.com/office/drawing/2014/main" id="{58E46491-1FDD-67B1-50E3-7901D728CDFC}"/>
              </a:ext>
            </a:extLst>
          </p:cNvPr>
          <p:cNvSpPr/>
          <p:nvPr/>
        </p:nvSpPr>
        <p:spPr>
          <a:xfrm>
            <a:off x="4023360" y="2670218"/>
            <a:ext cx="636105" cy="53784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8DF9CBC-E712-8F10-AAEF-7EC1225AEF2B}"/>
              </a:ext>
            </a:extLst>
          </p:cNvPr>
          <p:cNvSpPr/>
          <p:nvPr/>
        </p:nvSpPr>
        <p:spPr>
          <a:xfrm>
            <a:off x="4820548" y="2555964"/>
            <a:ext cx="2711989" cy="76635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Unique</a:t>
            </a:r>
            <a:r>
              <a:rPr lang="sv-SE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fingerprint</a:t>
            </a:r>
          </a:p>
          <a:p>
            <a:r>
              <a:rPr lang="sv-SE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#E325FA93</a:t>
            </a:r>
          </a:p>
        </p:txBody>
      </p:sp>
    </p:spTree>
    <p:extLst>
      <p:ext uri="{BB962C8B-B14F-4D97-AF65-F5344CB8AC3E}">
        <p14:creationId xmlns:p14="http://schemas.microsoft.com/office/powerpoint/2010/main" val="306205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1179</Words>
  <Application>Microsoft Macintosh PowerPoint</Application>
  <PresentationFormat>Bredbild</PresentationFormat>
  <Paragraphs>166</Paragraphs>
  <Slides>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 Johansson</dc:creator>
  <cp:lastModifiedBy>Roger Johansson</cp:lastModifiedBy>
  <cp:revision>15</cp:revision>
  <dcterms:created xsi:type="dcterms:W3CDTF">2026-01-04T17:05:18Z</dcterms:created>
  <dcterms:modified xsi:type="dcterms:W3CDTF">2026-01-06T17:10:01Z</dcterms:modified>
</cp:coreProperties>
</file>